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18" Type="http://schemas.openxmlformats.org/officeDocument/2006/relationships/image" Target="../media/image19.emf"/><Relationship Id="rId26" Type="http://schemas.openxmlformats.org/officeDocument/2006/relationships/image" Target="../media/image27.emf"/><Relationship Id="rId3" Type="http://schemas.openxmlformats.org/officeDocument/2006/relationships/image" Target="../media/image4.emf"/><Relationship Id="rId21" Type="http://schemas.openxmlformats.org/officeDocument/2006/relationships/image" Target="../media/image22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17" Type="http://schemas.openxmlformats.org/officeDocument/2006/relationships/image" Target="../media/image18.emf"/><Relationship Id="rId25" Type="http://schemas.openxmlformats.org/officeDocument/2006/relationships/image" Target="../media/image26.emf"/><Relationship Id="rId2" Type="http://schemas.openxmlformats.org/officeDocument/2006/relationships/image" Target="../media/image3.emf"/><Relationship Id="rId16" Type="http://schemas.openxmlformats.org/officeDocument/2006/relationships/image" Target="../media/image17.emf"/><Relationship Id="rId20" Type="http://schemas.openxmlformats.org/officeDocument/2006/relationships/image" Target="../media/image21.emf"/><Relationship Id="rId29" Type="http://schemas.openxmlformats.org/officeDocument/2006/relationships/image" Target="../media/image30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24" Type="http://schemas.openxmlformats.org/officeDocument/2006/relationships/image" Target="../media/image25.emf"/><Relationship Id="rId32" Type="http://schemas.openxmlformats.org/officeDocument/2006/relationships/image" Target="../media/image33.emf"/><Relationship Id="rId5" Type="http://schemas.openxmlformats.org/officeDocument/2006/relationships/image" Target="../media/image6.emf"/><Relationship Id="rId15" Type="http://schemas.openxmlformats.org/officeDocument/2006/relationships/image" Target="../media/image16.emf"/><Relationship Id="rId23" Type="http://schemas.openxmlformats.org/officeDocument/2006/relationships/image" Target="../media/image24.emf"/><Relationship Id="rId28" Type="http://schemas.openxmlformats.org/officeDocument/2006/relationships/image" Target="../media/image29.emf"/><Relationship Id="rId10" Type="http://schemas.openxmlformats.org/officeDocument/2006/relationships/image" Target="../media/image11.emf"/><Relationship Id="rId19" Type="http://schemas.openxmlformats.org/officeDocument/2006/relationships/image" Target="../media/image20.emf"/><Relationship Id="rId31" Type="http://schemas.openxmlformats.org/officeDocument/2006/relationships/image" Target="../media/image32.emf"/><Relationship Id="rId4" Type="http://schemas.openxmlformats.org/officeDocument/2006/relationships/image" Target="../media/image5.emf"/><Relationship Id="rId9" Type="http://schemas.openxmlformats.org/officeDocument/2006/relationships/image" Target="../media/image10.emf"/><Relationship Id="rId14" Type="http://schemas.openxmlformats.org/officeDocument/2006/relationships/image" Target="../media/image15.emf"/><Relationship Id="rId22" Type="http://schemas.openxmlformats.org/officeDocument/2006/relationships/image" Target="../media/image23.emf"/><Relationship Id="rId27" Type="http://schemas.openxmlformats.org/officeDocument/2006/relationships/image" Target="../media/image28.emf"/><Relationship Id="rId30" Type="http://schemas.openxmlformats.org/officeDocument/2006/relationships/image" Target="../media/image3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65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46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94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38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50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18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82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67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253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61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065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CBF07-CF41-4C39-9825-EEE2AE36F0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2991921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F453D-4648-4B25-94EA-00BE9FF315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6368611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450DD-3C06-47B2-890A-DB48196333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708641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BE032-6E39-4776-9E86-AF87096BE7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254514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E6D49-B6F8-4498-8E0F-43DF12FE47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4985513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A16C1-4057-4FB1-A4B9-B06677994B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760587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8C0D3-AA73-4DBE-A5CC-FA17824183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585129"/>
      </p:ext>
    </p:extLst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7C2EB-0EDB-430E-9DC9-5FE0B8AA2B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404318"/>
      </p:ext>
    </p:extLst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53081-8FB4-4BEB-BB35-AB946128BC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4352695"/>
      </p:ext>
    </p:extLst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84FA8-77CC-4BAC-BD2F-86CC99BCCD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548446"/>
      </p:ext>
    </p:extLst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2BCB2-F11F-4E34-9F4C-DC3CCE2D9D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05383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4BDFE-6B40-4E4D-9774-931DFDB61BFD}" type="datetimeFigureOut">
              <a:rPr lang="zh-CN" altLang="en-US" smtClean="0"/>
              <a:t>2020/10/29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9048C-594B-4086-ABF7-6274C3705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21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单击以编辑</a:t>
            </a:r>
            <a:r>
              <a:rPr lang="zh-CN" altLang="en-US" smtClean="0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单击以编辑母版文本样式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A1B831C-B5D8-4A3E-BB80-0564E4073C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496947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emf"/><Relationship Id="rId21" Type="http://schemas.openxmlformats.org/officeDocument/2006/relationships/oleObject" Target="../embeddings/oleObject10.bin"/><Relationship Id="rId42" Type="http://schemas.openxmlformats.org/officeDocument/2006/relationships/image" Target="../media/image21.emf"/><Relationship Id="rId47" Type="http://schemas.openxmlformats.org/officeDocument/2006/relationships/oleObject" Target="../embeddings/oleObject23.bin"/><Relationship Id="rId63" Type="http://schemas.openxmlformats.org/officeDocument/2006/relationships/oleObject" Target="../embeddings/oleObject31.bin"/><Relationship Id="rId68" Type="http://schemas.openxmlformats.org/officeDocument/2006/relationships/image" Target="../media/image34.jpeg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8.emf"/><Relationship Id="rId29" Type="http://schemas.openxmlformats.org/officeDocument/2006/relationships/oleObject" Target="../embeddings/oleObject14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emf"/><Relationship Id="rId32" Type="http://schemas.openxmlformats.org/officeDocument/2006/relationships/image" Target="../media/image16.e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20.emf"/><Relationship Id="rId45" Type="http://schemas.openxmlformats.org/officeDocument/2006/relationships/oleObject" Target="../embeddings/oleObject22.bin"/><Relationship Id="rId53" Type="http://schemas.openxmlformats.org/officeDocument/2006/relationships/oleObject" Target="../embeddings/oleObject26.bin"/><Relationship Id="rId58" Type="http://schemas.openxmlformats.org/officeDocument/2006/relationships/image" Target="../media/image29.emf"/><Relationship Id="rId66" Type="http://schemas.openxmlformats.org/officeDocument/2006/relationships/image" Target="../media/image33.emf"/><Relationship Id="rId5" Type="http://schemas.openxmlformats.org/officeDocument/2006/relationships/oleObject" Target="../embeddings/oleObject2.bin"/><Relationship Id="rId61" Type="http://schemas.openxmlformats.org/officeDocument/2006/relationships/oleObject" Target="../embeddings/oleObject30.bin"/><Relationship Id="rId19" Type="http://schemas.openxmlformats.org/officeDocument/2006/relationships/oleObject" Target="../embeddings/oleObject9.bin"/><Relationship Id="rId14" Type="http://schemas.openxmlformats.org/officeDocument/2006/relationships/image" Target="../media/image7.emf"/><Relationship Id="rId22" Type="http://schemas.openxmlformats.org/officeDocument/2006/relationships/image" Target="../media/image11.e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e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image" Target="../media/image24.emf"/><Relationship Id="rId56" Type="http://schemas.openxmlformats.org/officeDocument/2006/relationships/image" Target="../media/image28.emf"/><Relationship Id="rId64" Type="http://schemas.openxmlformats.org/officeDocument/2006/relationships/image" Target="../media/image32.emf"/><Relationship Id="rId69" Type="http://schemas.openxmlformats.org/officeDocument/2006/relationships/image" Target="../media/image35.jpeg"/><Relationship Id="rId8" Type="http://schemas.openxmlformats.org/officeDocument/2006/relationships/image" Target="../media/image4.emf"/><Relationship Id="rId51" Type="http://schemas.openxmlformats.org/officeDocument/2006/relationships/oleObject" Target="../embeddings/oleObject25.bin"/><Relationship Id="rId72" Type="http://schemas.openxmlformats.org/officeDocument/2006/relationships/image" Target="../media/image38.jpeg"/><Relationship Id="rId3" Type="http://schemas.openxmlformats.org/officeDocument/2006/relationships/oleObject" Target="../embeddings/oleObject1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9.emf"/><Relationship Id="rId46" Type="http://schemas.openxmlformats.org/officeDocument/2006/relationships/image" Target="../media/image23.emf"/><Relationship Id="rId59" Type="http://schemas.openxmlformats.org/officeDocument/2006/relationships/oleObject" Target="../embeddings/oleObject29.bin"/><Relationship Id="rId67" Type="http://schemas.openxmlformats.org/officeDocument/2006/relationships/slide" Target="slide1.xml"/><Relationship Id="rId20" Type="http://schemas.openxmlformats.org/officeDocument/2006/relationships/image" Target="../media/image10.emf"/><Relationship Id="rId41" Type="http://schemas.openxmlformats.org/officeDocument/2006/relationships/oleObject" Target="../embeddings/oleObject20.bin"/><Relationship Id="rId54" Type="http://schemas.openxmlformats.org/officeDocument/2006/relationships/image" Target="../media/image27.emf"/><Relationship Id="rId62" Type="http://schemas.openxmlformats.org/officeDocument/2006/relationships/image" Target="../media/image31.emf"/><Relationship Id="rId70" Type="http://schemas.openxmlformats.org/officeDocument/2006/relationships/image" Target="../media/image36.jpe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emf"/><Relationship Id="rId36" Type="http://schemas.openxmlformats.org/officeDocument/2006/relationships/image" Target="../media/image18.emf"/><Relationship Id="rId49" Type="http://schemas.openxmlformats.org/officeDocument/2006/relationships/oleObject" Target="../embeddings/oleObject24.bin"/><Relationship Id="rId57" Type="http://schemas.openxmlformats.org/officeDocument/2006/relationships/oleObject" Target="../embeddings/oleObject28.bin"/><Relationship Id="rId10" Type="http://schemas.openxmlformats.org/officeDocument/2006/relationships/image" Target="../media/image5.emf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2.emf"/><Relationship Id="rId52" Type="http://schemas.openxmlformats.org/officeDocument/2006/relationships/image" Target="../media/image26.emf"/><Relationship Id="rId60" Type="http://schemas.openxmlformats.org/officeDocument/2006/relationships/image" Target="../media/image30.emf"/><Relationship Id="rId65" Type="http://schemas.openxmlformats.org/officeDocument/2006/relationships/oleObject" Target="../embeddings/oleObject32.bin"/><Relationship Id="rId73" Type="http://schemas.openxmlformats.org/officeDocument/2006/relationships/image" Target="../media/image39.jpeg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39" Type="http://schemas.openxmlformats.org/officeDocument/2006/relationships/oleObject" Target="../embeddings/oleObject19.bin"/><Relationship Id="rId34" Type="http://schemas.openxmlformats.org/officeDocument/2006/relationships/image" Target="../media/image17.emf"/><Relationship Id="rId50" Type="http://schemas.openxmlformats.org/officeDocument/2006/relationships/image" Target="../media/image25.emf"/><Relationship Id="rId55" Type="http://schemas.openxmlformats.org/officeDocument/2006/relationships/oleObject" Target="../embeddings/oleObject27.bin"/><Relationship Id="rId7" Type="http://schemas.openxmlformats.org/officeDocument/2006/relationships/oleObject" Target="../embeddings/oleObject3.bin"/><Relationship Id="rId7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52400"/>
            <a:ext cx="4946650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 smtClean="0">
                <a:ea typeface="楷体_GB2312" pitchFamily="49" charset="-122"/>
              </a:rPr>
              <a:t>基本导数公式</a:t>
            </a:r>
            <a:endParaRPr lang="zh-CN" altLang="en-US" sz="3200" b="1" dirty="0">
              <a:ea typeface="楷体_GB2312" pitchFamily="49" charset="-122"/>
            </a:endParaRP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502679"/>
              </p:ext>
            </p:extLst>
          </p:nvPr>
        </p:nvGraphicFramePr>
        <p:xfrm>
          <a:off x="2566988" y="1002108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3" imgW="907890" imgH="412662" progId="Equation.3">
                  <p:embed/>
                </p:oleObj>
              </mc:Choice>
              <mc:Fallback>
                <p:oleObj name="Equation" r:id="rId3" imgW="907890" imgH="412662" progId="Equation.3">
                  <p:embed/>
                  <p:pic>
                    <p:nvPicPr>
                      <p:cNvPr id="23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002108"/>
                        <a:ext cx="91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74690"/>
              </p:ext>
            </p:extLst>
          </p:nvPr>
        </p:nvGraphicFramePr>
        <p:xfrm>
          <a:off x="3581400" y="1059258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5" imgW="209513" imgH="310975" progId="Equation.3">
                  <p:embed/>
                </p:oleObj>
              </mc:Choice>
              <mc:Fallback>
                <p:oleObj name="Equation" r:id="rId5" imgW="209513" imgH="310975" progId="Equation.3">
                  <p:embed/>
                  <p:pic>
                    <p:nvPicPr>
                      <p:cNvPr id="23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59258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427026"/>
              </p:ext>
            </p:extLst>
          </p:nvPr>
        </p:nvGraphicFramePr>
        <p:xfrm>
          <a:off x="6288088" y="913208"/>
          <a:ext cx="107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7" imgW="1073212" imgH="501738" progId="Equation.3">
                  <p:embed/>
                </p:oleObj>
              </mc:Choice>
              <mc:Fallback>
                <p:oleObj name="Equation" r:id="rId7" imgW="1073212" imgH="501738" progId="Equation.3">
                  <p:embed/>
                  <p:pic>
                    <p:nvPicPr>
                      <p:cNvPr id="23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913208"/>
                        <a:ext cx="1079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627645"/>
              </p:ext>
            </p:extLst>
          </p:nvPr>
        </p:nvGraphicFramePr>
        <p:xfrm>
          <a:off x="7467600" y="887808"/>
          <a:ext cx="95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9" imgW="946162" imgH="501738" progId="Equation.3">
                  <p:embed/>
                </p:oleObj>
              </mc:Choice>
              <mc:Fallback>
                <p:oleObj name="Equation" r:id="rId9" imgW="946162" imgH="501738" progId="Equation.3">
                  <p:embed/>
                  <p:pic>
                    <p:nvPicPr>
                      <p:cNvPr id="235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887808"/>
                        <a:ext cx="95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324485"/>
              </p:ext>
            </p:extLst>
          </p:nvPr>
        </p:nvGraphicFramePr>
        <p:xfrm>
          <a:off x="2566988" y="1556774"/>
          <a:ext cx="133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11" imgW="1327310" imgH="412662" progId="Equation.3">
                  <p:embed/>
                </p:oleObj>
              </mc:Choice>
              <mc:Fallback>
                <p:oleObj name="Equation" r:id="rId11" imgW="1327310" imgH="412662" progId="Equation.3">
                  <p:embed/>
                  <p:pic>
                    <p:nvPicPr>
                      <p:cNvPr id="235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556774"/>
                        <a:ext cx="1333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50406"/>
              </p:ext>
            </p:extLst>
          </p:nvPr>
        </p:nvGraphicFramePr>
        <p:xfrm>
          <a:off x="3962400" y="1636149"/>
          <a:ext cx="762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Equation" r:id="rId13" imgW="755588" imgH="234906" progId="Equation.3">
                  <p:embed/>
                </p:oleObj>
              </mc:Choice>
              <mc:Fallback>
                <p:oleObj name="Equation" r:id="rId13" imgW="755588" imgH="234906" progId="Equation.3">
                  <p:embed/>
                  <p:pic>
                    <p:nvPicPr>
                      <p:cNvPr id="23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36149"/>
                        <a:ext cx="7620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02153"/>
              </p:ext>
            </p:extLst>
          </p:nvPr>
        </p:nvGraphicFramePr>
        <p:xfrm>
          <a:off x="6288088" y="1556774"/>
          <a:ext cx="137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15" imgW="1365188" imgH="412662" progId="Equation.3">
                  <p:embed/>
                </p:oleObj>
              </mc:Choice>
              <mc:Fallback>
                <p:oleObj name="Equation" r:id="rId15" imgW="1365188" imgH="412662" progId="Equation.3">
                  <p:embed/>
                  <p:pic>
                    <p:nvPicPr>
                      <p:cNvPr id="235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1556774"/>
                        <a:ext cx="1371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425648"/>
              </p:ext>
            </p:extLst>
          </p:nvPr>
        </p:nvGraphicFramePr>
        <p:xfrm>
          <a:off x="7696200" y="1564712"/>
          <a:ext cx="977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Equation" r:id="rId17" imgW="971414" imgH="323981" progId="Equation.3">
                  <p:embed/>
                </p:oleObj>
              </mc:Choice>
              <mc:Fallback>
                <p:oleObj name="Equation" r:id="rId17" imgW="971414" imgH="323981" progId="Equation.3">
                  <p:embed/>
                  <p:pic>
                    <p:nvPicPr>
                      <p:cNvPr id="235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1564712"/>
                        <a:ext cx="977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46102"/>
              </p:ext>
            </p:extLst>
          </p:nvPr>
        </p:nvGraphicFramePr>
        <p:xfrm>
          <a:off x="2566988" y="2122073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Equation" r:id="rId19" imgW="1339936" imgH="412662" progId="Equation.3">
                  <p:embed/>
                </p:oleObj>
              </mc:Choice>
              <mc:Fallback>
                <p:oleObj name="Equation" r:id="rId19" imgW="1339936" imgH="412662" progId="Equation.3">
                  <p:embed/>
                  <p:pic>
                    <p:nvPicPr>
                      <p:cNvPr id="235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122073"/>
                        <a:ext cx="1346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09446"/>
              </p:ext>
            </p:extLst>
          </p:nvPr>
        </p:nvGraphicFramePr>
        <p:xfrm>
          <a:off x="4038600" y="2029998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Equation" r:id="rId21" imgW="907890" imgH="425275" progId="Equation.3">
                  <p:embed/>
                </p:oleObj>
              </mc:Choice>
              <mc:Fallback>
                <p:oleObj name="Equation" r:id="rId21" imgW="907890" imgH="425275" progId="Equation.3">
                  <p:embed/>
                  <p:pic>
                    <p:nvPicPr>
                      <p:cNvPr id="235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029998"/>
                        <a:ext cx="914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70950"/>
              </p:ext>
            </p:extLst>
          </p:nvPr>
        </p:nvGraphicFramePr>
        <p:xfrm>
          <a:off x="6288088" y="2122073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Equation" r:id="rId23" imgW="1339936" imgH="412662" progId="Equation.3">
                  <p:embed/>
                </p:oleObj>
              </mc:Choice>
              <mc:Fallback>
                <p:oleObj name="Equation" r:id="rId23" imgW="1339936" imgH="412662" progId="Equation.3">
                  <p:embed/>
                  <p:pic>
                    <p:nvPicPr>
                      <p:cNvPr id="2356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2122073"/>
                        <a:ext cx="1346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925261"/>
              </p:ext>
            </p:extLst>
          </p:nvPr>
        </p:nvGraphicFramePr>
        <p:xfrm>
          <a:off x="7696200" y="2033173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25" imgW="1187635" imgH="425275" progId="Equation.3">
                  <p:embed/>
                </p:oleObj>
              </mc:Choice>
              <mc:Fallback>
                <p:oleObj name="Equation" r:id="rId25" imgW="1187635" imgH="425275" progId="Equation.3">
                  <p:embed/>
                  <p:pic>
                    <p:nvPicPr>
                      <p:cNvPr id="235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2033173"/>
                        <a:ext cx="119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787438"/>
              </p:ext>
            </p:extLst>
          </p:nvPr>
        </p:nvGraphicFramePr>
        <p:xfrm>
          <a:off x="2566988" y="2655473"/>
          <a:ext cx="135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27" imgW="1352562" imgH="412662" progId="Equation.3">
                  <p:embed/>
                </p:oleObj>
              </mc:Choice>
              <mc:Fallback>
                <p:oleObj name="Equation" r:id="rId27" imgW="1352562" imgH="412662" progId="Equation.3">
                  <p:embed/>
                  <p:pic>
                    <p:nvPicPr>
                      <p:cNvPr id="235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655473"/>
                        <a:ext cx="135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866958"/>
              </p:ext>
            </p:extLst>
          </p:nvPr>
        </p:nvGraphicFramePr>
        <p:xfrm>
          <a:off x="4089400" y="2668173"/>
          <a:ext cx="1473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29" imgW="1466986" imgH="285750" progId="Equation.3">
                  <p:embed/>
                </p:oleObj>
              </mc:Choice>
              <mc:Fallback>
                <p:oleObj name="Equation" r:id="rId29" imgW="1466986" imgH="285750" progId="Equation.3">
                  <p:embed/>
                  <p:pic>
                    <p:nvPicPr>
                      <p:cNvPr id="235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668173"/>
                        <a:ext cx="14732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249107"/>
              </p:ext>
            </p:extLst>
          </p:nvPr>
        </p:nvGraphicFramePr>
        <p:xfrm>
          <a:off x="6288088" y="2617373"/>
          <a:ext cx="135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31" imgW="1352562" imgH="412662" progId="Equation.3">
                  <p:embed/>
                </p:oleObj>
              </mc:Choice>
              <mc:Fallback>
                <p:oleObj name="Equation" r:id="rId31" imgW="1352562" imgH="412662" progId="Equation.3">
                  <p:embed/>
                  <p:pic>
                    <p:nvPicPr>
                      <p:cNvPr id="2357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2617373"/>
                        <a:ext cx="135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964412"/>
              </p:ext>
            </p:extLst>
          </p:nvPr>
        </p:nvGraphicFramePr>
        <p:xfrm>
          <a:off x="7654926" y="2572924"/>
          <a:ext cx="20224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公式" r:id="rId33" imgW="742962" imgH="158838" progId="Equation.3">
                  <p:embed/>
                </p:oleObj>
              </mc:Choice>
              <mc:Fallback>
                <p:oleObj name="公式" r:id="rId33" imgW="742962" imgH="158838" progId="Equation.3">
                  <p:embed/>
                  <p:pic>
                    <p:nvPicPr>
                      <p:cNvPr id="2357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4926" y="2572924"/>
                        <a:ext cx="20224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949300"/>
              </p:ext>
            </p:extLst>
          </p:nvPr>
        </p:nvGraphicFramePr>
        <p:xfrm>
          <a:off x="2566988" y="3099973"/>
          <a:ext cx="105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35" imgW="1047565" imgH="501738" progId="Equation.3">
                  <p:embed/>
                </p:oleObj>
              </mc:Choice>
              <mc:Fallback>
                <p:oleObj name="Equation" r:id="rId35" imgW="1047565" imgH="501738" progId="Equation.3">
                  <p:embed/>
                  <p:pic>
                    <p:nvPicPr>
                      <p:cNvPr id="235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099973"/>
                        <a:ext cx="105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65098"/>
              </p:ext>
            </p:extLst>
          </p:nvPr>
        </p:nvGraphicFramePr>
        <p:xfrm>
          <a:off x="3644900" y="3092036"/>
          <a:ext cx="1003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37" imgW="997061" imgH="425275" progId="Equation.3">
                  <p:embed/>
                </p:oleObj>
              </mc:Choice>
              <mc:Fallback>
                <p:oleObj name="Equation" r:id="rId37" imgW="997061" imgH="425275" progId="Equation.3">
                  <p:embed/>
                  <p:pic>
                    <p:nvPicPr>
                      <p:cNvPr id="235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3092036"/>
                        <a:ext cx="1003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575991"/>
              </p:ext>
            </p:extLst>
          </p:nvPr>
        </p:nvGraphicFramePr>
        <p:xfrm>
          <a:off x="6288088" y="3099973"/>
          <a:ext cx="101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39" imgW="1009687" imgH="501738" progId="Equation.3">
                  <p:embed/>
                </p:oleObj>
              </mc:Choice>
              <mc:Fallback>
                <p:oleObj name="Equation" r:id="rId39" imgW="1009687" imgH="501738" progId="Equation.3">
                  <p:embed/>
                  <p:pic>
                    <p:nvPicPr>
                      <p:cNvPr id="235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3099973"/>
                        <a:ext cx="101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922477"/>
              </p:ext>
            </p:extLst>
          </p:nvPr>
        </p:nvGraphicFramePr>
        <p:xfrm>
          <a:off x="7391400" y="3099973"/>
          <a:ext cx="34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41" imgW="336562" imgH="425275" progId="Equation.3">
                  <p:embed/>
                </p:oleObj>
              </mc:Choice>
              <mc:Fallback>
                <p:oleObj name="Equation" r:id="rId41" imgW="336562" imgH="425275" progId="Equation.3">
                  <p:embed/>
                  <p:pic>
                    <p:nvPicPr>
                      <p:cNvPr id="2357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099973"/>
                        <a:ext cx="342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688993"/>
              </p:ext>
            </p:extLst>
          </p:nvPr>
        </p:nvGraphicFramePr>
        <p:xfrm>
          <a:off x="2566988" y="3784186"/>
          <a:ext cx="15478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Equation" r:id="rId43" imgW="1543136" imgH="438281" progId="Equation.3">
                  <p:embed/>
                </p:oleObj>
              </mc:Choice>
              <mc:Fallback>
                <p:oleObj name="Equation" r:id="rId43" imgW="1543136" imgH="438281" progId="Equation.3">
                  <p:embed/>
                  <p:pic>
                    <p:nvPicPr>
                      <p:cNvPr id="2357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784186"/>
                        <a:ext cx="15478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920286"/>
              </p:ext>
            </p:extLst>
          </p:nvPr>
        </p:nvGraphicFramePr>
        <p:xfrm>
          <a:off x="4191001" y="3606387"/>
          <a:ext cx="74136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45" imgW="819113" imgH="844638" progId="Equation.3">
                  <p:embed/>
                </p:oleObj>
              </mc:Choice>
              <mc:Fallback>
                <p:oleObj name="Equation" r:id="rId45" imgW="819113" imgH="844638" progId="Equation.3">
                  <p:embed/>
                  <p:pic>
                    <p:nvPicPr>
                      <p:cNvPr id="2357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606387"/>
                        <a:ext cx="741363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647747"/>
              </p:ext>
            </p:extLst>
          </p:nvPr>
        </p:nvGraphicFramePr>
        <p:xfrm>
          <a:off x="6240463" y="3742912"/>
          <a:ext cx="1600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Equation" r:id="rId47" imgW="437965" imgH="146225" progId="Equation.DSMT4">
                  <p:embed/>
                </p:oleObj>
              </mc:Choice>
              <mc:Fallback>
                <p:oleObj name="Equation" r:id="rId47" imgW="437965" imgH="146225" progId="Equation.DSMT4">
                  <p:embed/>
                  <p:pic>
                    <p:nvPicPr>
                      <p:cNvPr id="2357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3742912"/>
                        <a:ext cx="16002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646705"/>
              </p:ext>
            </p:extLst>
          </p:nvPr>
        </p:nvGraphicFramePr>
        <p:xfrm>
          <a:off x="7851775" y="3614324"/>
          <a:ext cx="2286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49" imgW="247786" imgH="844638" progId="Equation.3">
                  <p:embed/>
                </p:oleObj>
              </mc:Choice>
              <mc:Fallback>
                <p:oleObj name="Equation" r:id="rId49" imgW="247786" imgH="844638" progId="Equation.3">
                  <p:embed/>
                  <p:pic>
                    <p:nvPicPr>
                      <p:cNvPr id="2358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775" y="3614324"/>
                        <a:ext cx="2286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396981"/>
              </p:ext>
            </p:extLst>
          </p:nvPr>
        </p:nvGraphicFramePr>
        <p:xfrm>
          <a:off x="2566988" y="4560473"/>
          <a:ext cx="1778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51" imgW="1771588" imgH="412662" progId="Equation.3">
                  <p:embed/>
                </p:oleObj>
              </mc:Choice>
              <mc:Fallback>
                <p:oleObj name="Equation" r:id="rId51" imgW="1771588" imgH="412662" progId="Equation.3">
                  <p:embed/>
                  <p:pic>
                    <p:nvPicPr>
                      <p:cNvPr id="2358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4560473"/>
                        <a:ext cx="1778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447057"/>
              </p:ext>
            </p:extLst>
          </p:nvPr>
        </p:nvGraphicFramePr>
        <p:xfrm>
          <a:off x="4394200" y="4369973"/>
          <a:ext cx="10287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53" imgW="1136736" imgH="920706" progId="Equation.3">
                  <p:embed/>
                </p:oleObj>
              </mc:Choice>
              <mc:Fallback>
                <p:oleObj name="Equation" r:id="rId53" imgW="1136736" imgH="920706" progId="Equation.3">
                  <p:embed/>
                  <p:pic>
                    <p:nvPicPr>
                      <p:cNvPr id="2358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4369973"/>
                        <a:ext cx="10287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819739"/>
              </p:ext>
            </p:extLst>
          </p:nvPr>
        </p:nvGraphicFramePr>
        <p:xfrm>
          <a:off x="6288088" y="4560473"/>
          <a:ext cx="1816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55" imgW="1809861" imgH="412662" progId="Equation.3">
                  <p:embed/>
                </p:oleObj>
              </mc:Choice>
              <mc:Fallback>
                <p:oleObj name="Equation" r:id="rId55" imgW="1809861" imgH="412662" progId="Equation.3">
                  <p:embed/>
                  <p:pic>
                    <p:nvPicPr>
                      <p:cNvPr id="2358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4560473"/>
                        <a:ext cx="1816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841510"/>
              </p:ext>
            </p:extLst>
          </p:nvPr>
        </p:nvGraphicFramePr>
        <p:xfrm>
          <a:off x="8169276" y="4374737"/>
          <a:ext cx="12795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Equation" r:id="rId57" imgW="1416087" imgH="920706" progId="Equation.3">
                  <p:embed/>
                </p:oleObj>
              </mc:Choice>
              <mc:Fallback>
                <p:oleObj name="Equation" r:id="rId57" imgW="1416087" imgH="920706" progId="Equation.3">
                  <p:embed/>
                  <p:pic>
                    <p:nvPicPr>
                      <p:cNvPr id="2358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9276" y="4374737"/>
                        <a:ext cx="12795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395543"/>
              </p:ext>
            </p:extLst>
          </p:nvPr>
        </p:nvGraphicFramePr>
        <p:xfrm>
          <a:off x="2566988" y="5474873"/>
          <a:ext cx="179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Equation" r:id="rId59" imgW="1784214" imgH="412662" progId="Equation.3">
                  <p:embed/>
                </p:oleObj>
              </mc:Choice>
              <mc:Fallback>
                <p:oleObj name="Equation" r:id="rId59" imgW="1784214" imgH="412662" progId="Equation.3">
                  <p:embed/>
                  <p:pic>
                    <p:nvPicPr>
                      <p:cNvPr id="2358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474873"/>
                        <a:ext cx="179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95867"/>
              </p:ext>
            </p:extLst>
          </p:nvPr>
        </p:nvGraphicFramePr>
        <p:xfrm>
          <a:off x="4457700" y="5284373"/>
          <a:ext cx="8001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Equation" r:id="rId61" imgW="882638" imgH="869862" progId="Equation.3">
                  <p:embed/>
                </p:oleObj>
              </mc:Choice>
              <mc:Fallback>
                <p:oleObj name="Equation" r:id="rId61" imgW="882638" imgH="869862" progId="Equation.3">
                  <p:embed/>
                  <p:pic>
                    <p:nvPicPr>
                      <p:cNvPr id="2358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5284373"/>
                        <a:ext cx="8001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529982"/>
              </p:ext>
            </p:extLst>
          </p:nvPr>
        </p:nvGraphicFramePr>
        <p:xfrm>
          <a:off x="6288088" y="5474873"/>
          <a:ext cx="1828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Equation" r:id="rId63" imgW="1822487" imgH="412662" progId="Equation.3">
                  <p:embed/>
                </p:oleObj>
              </mc:Choice>
              <mc:Fallback>
                <p:oleObj name="Equation" r:id="rId63" imgW="1822487" imgH="412662" progId="Equation.3">
                  <p:embed/>
                  <p:pic>
                    <p:nvPicPr>
                      <p:cNvPr id="2358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5474873"/>
                        <a:ext cx="1828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613573"/>
              </p:ext>
            </p:extLst>
          </p:nvPr>
        </p:nvGraphicFramePr>
        <p:xfrm>
          <a:off x="8169276" y="5284373"/>
          <a:ext cx="1039813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Equation" r:id="rId65" imgW="1149362" imgH="869862" progId="Equation.3">
                  <p:embed/>
                </p:oleObj>
              </mc:Choice>
              <mc:Fallback>
                <p:oleObj name="Equation" r:id="rId65" imgW="1149362" imgH="869862" progId="Equation.3">
                  <p:embed/>
                  <p:pic>
                    <p:nvPicPr>
                      <p:cNvPr id="2358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9276" y="5284373"/>
                        <a:ext cx="1039813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0" name="Picture 56" descr="机动">
            <a:hlinkClick r:id="rId67" action="ppaction://hlinksldjump"/>
          </p:cNvPr>
          <p:cNvPicPr>
            <a:picLocks noChangeAspect="1" noChangeArrowheads="1"/>
          </p:cNvPicPr>
          <p:nvPr/>
        </p:nvPicPr>
        <p:blipFill>
          <a:blip r:embed="rId68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75" y="6376989"/>
            <a:ext cx="3556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41" name="Text Box 57"/>
          <p:cNvSpPr txBox="1">
            <a:spLocks noChangeArrowheads="1"/>
          </p:cNvSpPr>
          <p:nvPr/>
        </p:nvSpPr>
        <p:spPr bwMode="auto">
          <a:xfrm>
            <a:off x="7654925" y="6600826"/>
            <a:ext cx="2724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zh-CN" altLang="en-US" sz="10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机动   目录   上页   下页   返回   结束 </a:t>
            </a:r>
          </a:p>
        </p:txBody>
      </p:sp>
      <p:pic>
        <p:nvPicPr>
          <p:cNvPr id="21542" name="Picture 58" descr="返回">
            <a:hlinkClick r:id="" action="ppaction://hlinkshowjump?jump=lastslideviewed"/>
          </p:cNvPr>
          <p:cNvPicPr>
            <a:picLocks noChangeAspect="1" noChangeArrowheads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575" y="6376989"/>
            <a:ext cx="3556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3" name="Picture 59" descr="目录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6376989"/>
            <a:ext cx="3556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4" name="Picture 60" descr="上一页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975" y="6376989"/>
            <a:ext cx="3556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5" name="Picture 61" descr="退出">
            <a:hlinkClick r:id="" action="ppaction://hlinkshowjump?jump=endshow"/>
          </p:cNvPr>
          <p:cNvPicPr>
            <a:picLocks noChangeAspect="1" noChangeArrowheads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663" y="6376989"/>
            <a:ext cx="3556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6" name="Picture 62" descr="下一页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775" y="6376989"/>
            <a:ext cx="35560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86963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空演示文稿">
  <a:themeElements>
    <a:clrScheme name="">
      <a:dk1>
        <a:srgbClr val="000000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00FF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等线</vt:lpstr>
      <vt:lpstr>等线 Light</vt:lpstr>
      <vt:lpstr>楷体_GB2312</vt:lpstr>
      <vt:lpstr>宋体</vt:lpstr>
      <vt:lpstr>Arial</vt:lpstr>
      <vt:lpstr>Times New Roman</vt:lpstr>
      <vt:lpstr>Office 主题​​</vt:lpstr>
      <vt:lpstr>空演示文稿</vt:lpstr>
      <vt:lpstr>Microsoft 公式 3.0</vt:lpstr>
      <vt:lpstr>Microsoft Equation 3.0</vt:lpstr>
      <vt:lpstr>MathType 6.0 Equation</vt:lpstr>
      <vt:lpstr>基本导数公式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基本导数公式</dc:title>
  <dc:creator>Cai Guocai</dc:creator>
  <cp:lastModifiedBy>Cai Guocai</cp:lastModifiedBy>
  <cp:revision>2</cp:revision>
  <dcterms:created xsi:type="dcterms:W3CDTF">2020-10-29T01:44:31Z</dcterms:created>
  <dcterms:modified xsi:type="dcterms:W3CDTF">2020-10-29T01:45:36Z</dcterms:modified>
</cp:coreProperties>
</file>